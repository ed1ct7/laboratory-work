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F598A-EE5B-EEF1-8317-08D8B7719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8353F1-8028-FCF8-32CF-F88466BC6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01C355-3538-D727-3F0E-495AF8A86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ECB1BB-D4DC-4CEF-3FBB-C53579B8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F85ACD-550C-3D51-DD97-9F0DC804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16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817FB-99F8-C44D-5BE2-CC650063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411005-1553-898F-3A02-224B26D0F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E9A481-6DFB-096A-9C00-ED7553F1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3087FF-EBAB-C213-96C6-C81B69C7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04F5BE-BE37-C7BF-36E8-0796E0B5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26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4D9BE-7F75-972F-659D-971E0709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A804D6-E54E-5C00-0B31-03B48EA03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A381FD-19EF-3680-0227-04A51225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64AB16-C348-EE52-54B2-E6BC15F8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85CAA-2E18-13F5-372F-BDB69733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2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E2E9A-41E7-5CB6-ACDB-D822FB89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41582-5D69-45DC-A467-4D6F4FE01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C15DF-7E33-7C65-B5E0-C8C76B986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E02759-93D5-12B0-17FA-3D0C12A8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22D03D-C807-0595-86F6-E9ED1A91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071DB3-EF70-E365-73EF-29EB6AF8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14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83A16-AD68-CA92-8805-FB8EEE0D7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6F1046-468B-B050-4F90-A142DFDE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994DDB-E03F-FB36-80E7-8C904DDEB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3BCA7A-5F0C-1825-AFC2-DBAE19B55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BE8260-AFDC-1AEC-7A44-53800287B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81405E-3783-77D0-8CDC-55D74CA4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2612C2-913C-9E9A-5524-D37CC800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0239C0-42E9-09DB-5C56-F982B333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0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C92EA-3DD6-1661-1E89-5F624B572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FF25FE-CF9F-DD64-9717-475959797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0B671F-161B-26D6-8768-187A9132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7DA4D2-3BE9-3E4E-1AE7-0DF87D9C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8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D64EDF-DBBF-866A-1EBC-E27CD9F4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4C08D47-D932-A629-8DE2-7D6298C7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B7C101-7EBE-BAD2-8455-7AA3E4FF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05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34ECA-8A39-EBFA-18E5-536F5371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B3C54-ABE5-1FDB-6765-A2E076436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962853-8B59-EF86-3AC8-6AEEE7917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809A04-112C-F61A-B627-D5E4124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5EB914-141E-AB2D-9FDC-0430F6FB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E58F14-F5E1-3F61-FD8D-A1C50D5C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96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FE732-4998-CF12-545B-A06CFFCA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BB77F72-2DD0-A0C4-4644-0FFA32B5E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FF8B2-9605-0AD7-2F1E-A24456498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2DD3F8-400A-897D-967B-8707325A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768900-52E2-8E12-D1E6-EF5516B0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E446B1-4631-1323-2EC4-28D40EDA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520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C938B-8D2B-5241-F6F1-E7417BEF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2B214A-2FE1-B83C-52E9-4E05AE325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9D1171-0E42-2248-D595-9D21739C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BF571B-26B8-BE86-DC70-913F7CE5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E423C7-CD25-FCE5-89C0-EBE5F79B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63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5E6AE6-1689-634E-902F-EE154EF4E1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0DBA07-D2DD-6D0C-58CB-D94B3EB5A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533858-9626-4372-D747-E1A7F45A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0C4FA-AD0E-5001-6330-82271FEED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425AFD-239A-85A5-E4D3-7A91C78D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32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9FC79-B01F-D46F-0180-21640598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EAC416-5DC4-153B-A9DE-D641251F5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6D1D67-0583-9856-79FC-1F21B48A0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61DED-8D60-4128-83B5-DB419655F52A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5539B7-59F2-5AD6-43D3-1146A7D32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67405F-5B7A-6DA0-7BE6-2CA964E92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690B2-A030-4819-AFD8-731051FF4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79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42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B550DB-16D0-A480-2D49-E8155145710B}"/>
                  </a:ext>
                </a:extLst>
              </p:cNvPr>
              <p:cNvSpPr txBox="1"/>
              <p:nvPr/>
            </p:nvSpPr>
            <p:spPr>
              <a:xfrm>
                <a:off x="3206115" y="157298"/>
                <a:ext cx="867109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∨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</m:t>
                    </m:r>
                    <m:sSub>
                      <m:sSubPr>
                        <m:ctrlPr>
                          <a:rPr lang="ru-RU" sz="2400" i="1"/>
                        </m:ctrlPr>
                      </m:sSubPr>
                      <m:e>
                        <m:r>
                          <a:rPr lang="en-US" sz="2400" i="1"/>
                          <m:t>𝑥</m:t>
                        </m:r>
                      </m:e>
                      <m:sub>
                        <m:r>
                          <a:rPr lang="en-US" sz="2400" i="1"/>
                          <m:t>3</m:t>
                        </m:r>
                      </m:sub>
                    </m:sSub>
                    <m:r>
                      <a:rPr lang="en-US" sz="2400" i="1"/>
                      <m:t>∨ 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</m:t>
                    </m:r>
                    <m:sSub>
                      <m:sSubPr>
                        <m:ctrlPr>
                          <a:rPr lang="ru-RU" sz="2400" i="1"/>
                        </m:ctrlPr>
                      </m:sSubPr>
                      <m:e>
                        <m:r>
                          <a:rPr lang="en-US" sz="2400" i="1"/>
                          <m:t>𝑥</m:t>
                        </m:r>
                      </m:e>
                      <m:sub>
                        <m:r>
                          <a:rPr lang="en-US" sz="2400" i="1"/>
                          <m:t>3</m:t>
                        </m:r>
                      </m:sub>
                    </m:sSub>
                    <m:r>
                      <a:rPr lang="en-US" sz="2400" i="1"/>
                      <m:t> 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∨</m:t>
                    </m:r>
                    <m:sSub>
                      <m:sSubPr>
                        <m:ctrlPr>
                          <a:rPr lang="ru-RU" sz="2400" i="1"/>
                        </m:ctrlPr>
                      </m:sSubPr>
                      <m:e>
                        <m:r>
                          <a:rPr lang="en-US" sz="2400" i="1"/>
                          <m:t>𝑥</m:t>
                        </m:r>
                      </m:e>
                      <m:sub>
                        <m:r>
                          <a:rPr lang="en-US" sz="2400" i="1"/>
                          <m:t>1</m:t>
                        </m:r>
                      </m:sub>
                    </m:sSub>
                    <m:r>
                      <a:rPr lang="en-US" sz="2400" i="1"/>
                      <m:t> 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3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∨ </m:t>
                    </m:r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</m:t>
                    </m:r>
                    <m:sSub>
                      <m:sSubPr>
                        <m:ctrlPr>
                          <a:rPr lang="ru-RU" sz="2400" i="1"/>
                        </m:ctrlPr>
                      </m:sSubPr>
                      <m:e>
                        <m:r>
                          <a:rPr lang="en-US" sz="2400" i="1"/>
                          <m:t>𝑥</m:t>
                        </m:r>
                      </m:e>
                      <m:sub>
                        <m:r>
                          <a:rPr lang="en-US" sz="2400" i="1"/>
                          <m:t>2</m:t>
                        </m:r>
                      </m:sub>
                    </m:sSub>
                    <m:acc>
                      <m:accPr>
                        <m:chr m:val="̅"/>
                        <m:ctrlPr>
                          <a:rPr lang="ru-RU" sz="2400" i="1"/>
                        </m:ctrlPr>
                      </m:accPr>
                      <m:e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en-US" sz="2400" i="1"/>
                              <m:t>𝑥</m:t>
                            </m:r>
                          </m:e>
                          <m:sub>
                            <m:r>
                              <a:rPr lang="en-US" sz="2400" i="1"/>
                              <m:t>3</m:t>
                            </m:r>
                          </m:sub>
                        </m:sSub>
                      </m:e>
                    </m:acc>
                    <m:r>
                      <a:rPr lang="en-US" sz="2400" i="1"/>
                      <m:t> </m:t>
                    </m:r>
                    <m:sSub>
                      <m:sSubPr>
                        <m:ctrlPr>
                          <a:rPr lang="ru-RU" sz="2400" i="1"/>
                        </m:ctrlPr>
                      </m:sSubPr>
                      <m:e>
                        <m:r>
                          <a:rPr lang="en-US" sz="2400" i="1"/>
                          <m:t>𝑥</m:t>
                        </m:r>
                      </m:e>
                      <m:sub>
                        <m:r>
                          <a:rPr lang="en-US" sz="2400" i="1"/>
                          <m:t>4</m:t>
                        </m:r>
                      </m:sub>
                    </m:sSub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B550DB-16D0-A480-2D49-E81551457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115" y="157298"/>
                <a:ext cx="8671095" cy="369332"/>
              </a:xfrm>
              <a:prstGeom prst="rect">
                <a:avLst/>
              </a:prstGeom>
              <a:blipFill>
                <a:blip r:embed="rId2"/>
                <a:stretch>
                  <a:fillRect l="-1688" t="-26667" r="-422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A44689D-D993-1620-8DE6-603E4623FA59}"/>
              </a:ext>
            </a:extLst>
          </p:cNvPr>
          <p:cNvGrpSpPr/>
          <p:nvPr/>
        </p:nvGrpSpPr>
        <p:grpSpPr>
          <a:xfrm>
            <a:off x="675089" y="562066"/>
            <a:ext cx="10841821" cy="5683798"/>
            <a:chOff x="520516" y="1757656"/>
            <a:chExt cx="10841821" cy="56837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Прямоугольник 13">
                  <a:extLst>
                    <a:ext uri="{FF2B5EF4-FFF2-40B4-BE49-F238E27FC236}">
                      <a16:creationId xmlns:a16="http://schemas.microsoft.com/office/drawing/2014/main" id="{74DC471D-60B5-727A-8857-F2C48E11FBE2}"/>
                    </a:ext>
                  </a:extLst>
                </p:cNvPr>
                <p:cNvSpPr/>
                <p:nvPr/>
              </p:nvSpPr>
              <p:spPr>
                <a:xfrm>
                  <a:off x="6961214" y="2279237"/>
                  <a:ext cx="123892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4" name="Прямоугольник 13">
                  <a:extLst>
                    <a:ext uri="{FF2B5EF4-FFF2-40B4-BE49-F238E27FC236}">
                      <a16:creationId xmlns:a16="http://schemas.microsoft.com/office/drawing/2014/main" id="{74DC471D-60B5-727A-8857-F2C48E11FB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1214" y="2279237"/>
                  <a:ext cx="123892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Прямоугольник 14">
                  <a:extLst>
                    <a:ext uri="{FF2B5EF4-FFF2-40B4-BE49-F238E27FC236}">
                      <a16:creationId xmlns:a16="http://schemas.microsoft.com/office/drawing/2014/main" id="{26689288-E224-AA4C-8F1F-F82E4FE1827B}"/>
                    </a:ext>
                  </a:extLst>
                </p:cNvPr>
                <p:cNvSpPr/>
                <p:nvPr/>
              </p:nvSpPr>
              <p:spPr>
                <a:xfrm>
                  <a:off x="7013217" y="3169242"/>
                  <a:ext cx="101399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ru-RU" dirty="0"/>
                </a:p>
              </p:txBody>
            </p:sp>
          </mc:Choice>
          <mc:Fallback>
            <p:sp>
              <p:nvSpPr>
                <p:cNvPr id="15" name="Прямоугольник 14">
                  <a:extLst>
                    <a:ext uri="{FF2B5EF4-FFF2-40B4-BE49-F238E27FC236}">
                      <a16:creationId xmlns:a16="http://schemas.microsoft.com/office/drawing/2014/main" id="{26689288-E224-AA4C-8F1F-F82E4FE182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3217" y="3169242"/>
                  <a:ext cx="101399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Прямоугольник 15">
                  <a:extLst>
                    <a:ext uri="{FF2B5EF4-FFF2-40B4-BE49-F238E27FC236}">
                      <a16:creationId xmlns:a16="http://schemas.microsoft.com/office/drawing/2014/main" id="{BC3F0D6E-2BA5-705D-038E-24443AED3971}"/>
                    </a:ext>
                  </a:extLst>
                </p:cNvPr>
                <p:cNvSpPr/>
                <p:nvPr/>
              </p:nvSpPr>
              <p:spPr>
                <a:xfrm>
                  <a:off x="3237865" y="5163923"/>
                  <a:ext cx="47250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90" name="Прямоугольник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7865" y="5163923"/>
                  <a:ext cx="472501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Прямоугольник 16">
                  <a:extLst>
                    <a:ext uri="{FF2B5EF4-FFF2-40B4-BE49-F238E27FC236}">
                      <a16:creationId xmlns:a16="http://schemas.microsoft.com/office/drawing/2014/main" id="{55DC0335-5238-62C5-B410-2D77F2FB5D02}"/>
                    </a:ext>
                  </a:extLst>
                </p:cNvPr>
                <p:cNvSpPr/>
                <p:nvPr/>
              </p:nvSpPr>
              <p:spPr>
                <a:xfrm>
                  <a:off x="3241960" y="5923374"/>
                  <a:ext cx="47250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ru-RU" dirty="0"/>
                </a:p>
              </p:txBody>
            </p:sp>
          </mc:Choice>
          <mc:Fallback>
            <p:sp>
              <p:nvSpPr>
                <p:cNvPr id="17" name="Прямоугольник 16">
                  <a:extLst>
                    <a:ext uri="{FF2B5EF4-FFF2-40B4-BE49-F238E27FC236}">
                      <a16:creationId xmlns:a16="http://schemas.microsoft.com/office/drawing/2014/main" id="{55DC0335-5238-62C5-B410-2D77F2FB5D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1960" y="5923374"/>
                  <a:ext cx="4725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Прямоугольник 17">
                  <a:extLst>
                    <a:ext uri="{FF2B5EF4-FFF2-40B4-BE49-F238E27FC236}">
                      <a16:creationId xmlns:a16="http://schemas.microsoft.com/office/drawing/2014/main" id="{6B73E031-62F9-92CE-3D7F-8238255E7FE2}"/>
                    </a:ext>
                  </a:extLst>
                </p:cNvPr>
                <p:cNvSpPr/>
                <p:nvPr/>
              </p:nvSpPr>
              <p:spPr>
                <a:xfrm>
                  <a:off x="3224061" y="4372952"/>
                  <a:ext cx="4671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92" name="Прямоугольник 9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4061" y="4372952"/>
                  <a:ext cx="467179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E18BC5AF-9C7A-6C33-28AF-9BF5CFFD0EF1}"/>
                </a:ext>
              </a:extLst>
            </p:cNvPr>
            <p:cNvGrpSpPr/>
            <p:nvPr/>
          </p:nvGrpSpPr>
          <p:grpSpPr>
            <a:xfrm>
              <a:off x="520516" y="1757656"/>
              <a:ext cx="10841821" cy="5683798"/>
              <a:chOff x="520516" y="1757656"/>
              <a:chExt cx="10841821" cy="5683798"/>
            </a:xfrm>
          </p:grpSpPr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04F2B6DF-2BFA-24A6-AFC7-F12C19D43A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09534" y="3290921"/>
                <a:ext cx="540000" cy="81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0" rtlCol="0" anchor="ctr"/>
              <a:lstStyle/>
              <a:p>
                <a:pPr algn="ctr"/>
                <a:r>
                  <a:rPr lang="en-US" dirty="0"/>
                  <a:t>&amp;</a:t>
                </a:r>
                <a:endParaRPr lang="ru-RU" dirty="0"/>
              </a:p>
            </p:txBody>
          </p:sp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3E3B592E-3B33-AD67-6732-1FD40049B913}"/>
                  </a:ext>
                </a:extLst>
              </p:cNvPr>
              <p:cNvGrpSpPr/>
              <p:nvPr/>
            </p:nvGrpSpPr>
            <p:grpSpPr>
              <a:xfrm>
                <a:off x="520516" y="1757656"/>
                <a:ext cx="1886414" cy="5683798"/>
                <a:chOff x="520516" y="1757656"/>
                <a:chExt cx="1886414" cy="5370493"/>
              </a:xfrm>
            </p:grpSpPr>
            <p:cxnSp>
              <p:nvCxnSpPr>
                <p:cNvPr id="54" name="Прямая со стрелкой 53">
                  <a:extLst>
                    <a:ext uri="{FF2B5EF4-FFF2-40B4-BE49-F238E27FC236}">
                      <a16:creationId xmlns:a16="http://schemas.microsoft.com/office/drawing/2014/main" id="{E5708A01-FB45-9014-7186-A1C50C487D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853" y="2323475"/>
                  <a:ext cx="91969" cy="464165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Прямая со стрелкой 54">
                  <a:extLst>
                    <a:ext uri="{FF2B5EF4-FFF2-40B4-BE49-F238E27FC236}">
                      <a16:creationId xmlns:a16="http://schemas.microsoft.com/office/drawing/2014/main" id="{262DAFCA-905E-2521-E740-C5E4133217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3046" y="2323474"/>
                  <a:ext cx="90788" cy="4690562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Прямая со стрелкой 55">
                  <a:extLst>
                    <a:ext uri="{FF2B5EF4-FFF2-40B4-BE49-F238E27FC236}">
                      <a16:creationId xmlns:a16="http://schemas.microsoft.com/office/drawing/2014/main" id="{D0DC61D2-A9AF-8D84-CA56-94326D47EB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23735" y="2323473"/>
                  <a:ext cx="66531" cy="480467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Прямая со стрелкой 56">
                  <a:extLst>
                    <a:ext uri="{FF2B5EF4-FFF2-40B4-BE49-F238E27FC236}">
                      <a16:creationId xmlns:a16="http://schemas.microsoft.com/office/drawing/2014/main" id="{B0C4341C-1727-BE4A-90EA-2F9AC0CF0B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25481" y="2323473"/>
                  <a:ext cx="70567" cy="480467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Прямоугольник 57">
                      <a:extLst>
                        <a:ext uri="{FF2B5EF4-FFF2-40B4-BE49-F238E27FC236}">
                          <a16:creationId xmlns:a16="http://schemas.microsoft.com/office/drawing/2014/main" id="{0D6FF50A-6D44-85E6-7EE7-A9C3C31CC6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516" y="1757656"/>
                      <a:ext cx="1886414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ru-RU" sz="2000" dirty="0"/>
                        <a:t>   </a:t>
                      </a:r>
                      <a:r>
                        <a:rPr lang="en-US" sz="2000" dirty="0"/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a14:m>
                      <a:r>
                        <a:rPr lang="ru-RU" sz="2000" dirty="0"/>
                        <a:t>   </a:t>
                      </a:r>
                      <a:r>
                        <a:rPr lang="en-US" sz="2000" dirty="0"/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a14:m>
                      <a:endParaRPr lang="ru-RU" sz="2000" dirty="0"/>
                    </a:p>
                  </p:txBody>
                </p:sp>
              </mc:Choice>
              <mc:Fallback xmlns="">
                <p:sp>
                  <p:nvSpPr>
                    <p:cNvPr id="14" name="Прямоугольник 1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0516" y="1757656"/>
                      <a:ext cx="1886414" cy="400110"/>
                    </a:xfrm>
                    <a:prstGeom prst="rect">
                      <a:avLst/>
                    </a:prstGeom>
                    <a:blipFill rotWithShape="0"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1925CB2A-59DF-370A-8A8C-A0EA6E63B9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47472" y="3628598"/>
                <a:ext cx="54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0" rtlCol="0" anchor="ctr"/>
              <a:lstStyle/>
              <a:p>
                <a:pPr algn="ctr"/>
                <a:r>
                  <a:rPr lang="en-US" dirty="0"/>
                  <a:t>1</a:t>
                </a:r>
                <a:endParaRPr lang="ru-RU" dirty="0"/>
              </a:p>
            </p:txBody>
          </p:sp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D82F8F21-BCD4-ABF9-F53D-EA9701D0F95A}"/>
                  </a:ext>
                </a:extLst>
              </p:cNvPr>
              <p:cNvGrpSpPr/>
              <p:nvPr/>
            </p:nvGrpSpPr>
            <p:grpSpPr>
              <a:xfrm>
                <a:off x="731931" y="2306677"/>
                <a:ext cx="6216532" cy="852795"/>
                <a:chOff x="731931" y="2495359"/>
                <a:chExt cx="6216532" cy="852795"/>
              </a:xfrm>
            </p:grpSpPr>
            <p:sp>
              <p:nvSpPr>
                <p:cNvPr id="51" name="Прямоугольник 50">
                  <a:extLst>
                    <a:ext uri="{FF2B5EF4-FFF2-40B4-BE49-F238E27FC236}">
                      <a16:creationId xmlns:a16="http://schemas.microsoft.com/office/drawing/2014/main" id="{3982F9F1-DF92-F0C3-92F9-3EB5511A07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08463" y="2495359"/>
                  <a:ext cx="540000" cy="85279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0" rtlCol="0" anchor="ctr"/>
                <a:lstStyle/>
                <a:p>
                  <a:pPr algn="ctr"/>
                  <a:r>
                    <a:rPr lang="en-US" dirty="0"/>
                    <a:t>&amp;</a:t>
                  </a:r>
                  <a:endParaRPr lang="ru-RU" dirty="0"/>
                </a:p>
              </p:txBody>
            </p:sp>
            <p:cxnSp>
              <p:nvCxnSpPr>
                <p:cNvPr id="52" name="Прямая со стрелкой 51">
                  <a:extLst>
                    <a:ext uri="{FF2B5EF4-FFF2-40B4-BE49-F238E27FC236}">
                      <a16:creationId xmlns:a16="http://schemas.microsoft.com/office/drawing/2014/main" id="{4504F711-C4DA-AB20-CCF1-4640915A7A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1931" y="2772096"/>
                  <a:ext cx="5676532" cy="18245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Группа 24">
                <a:extLst>
                  <a:ext uri="{FF2B5EF4-FFF2-40B4-BE49-F238E27FC236}">
                    <a16:creationId xmlns:a16="http://schemas.microsoft.com/office/drawing/2014/main" id="{6DEE9D8E-2A86-ADBE-18E9-DA70EDFDF2F8}"/>
                  </a:ext>
                </a:extLst>
              </p:cNvPr>
              <p:cNvGrpSpPr/>
              <p:nvPr/>
            </p:nvGrpSpPr>
            <p:grpSpPr>
              <a:xfrm>
                <a:off x="2638359" y="4451683"/>
                <a:ext cx="630000" cy="540000"/>
                <a:chOff x="2638359" y="4451683"/>
                <a:chExt cx="630000" cy="540000"/>
              </a:xfrm>
            </p:grpSpPr>
            <p:sp>
              <p:nvSpPr>
                <p:cNvPr id="48" name="Прямоугольник 47">
                  <a:extLst>
                    <a:ext uri="{FF2B5EF4-FFF2-40B4-BE49-F238E27FC236}">
                      <a16:creationId xmlns:a16="http://schemas.microsoft.com/office/drawing/2014/main" id="{832B477D-5827-F4A4-7F89-A3E044486B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638359" y="4451683"/>
                  <a:ext cx="540000" cy="54000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0"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49" name="Овал 48">
                  <a:extLst>
                    <a:ext uri="{FF2B5EF4-FFF2-40B4-BE49-F238E27FC236}">
                      <a16:creationId xmlns:a16="http://schemas.microsoft.com/office/drawing/2014/main" id="{AE7A5A82-BD60-F572-C542-3887113B95D6}"/>
                    </a:ext>
                  </a:extLst>
                </p:cNvPr>
                <p:cNvSpPr/>
                <p:nvPr/>
              </p:nvSpPr>
              <p:spPr>
                <a:xfrm>
                  <a:off x="3088359" y="4645812"/>
                  <a:ext cx="180000" cy="18000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68047AA4-69C9-9B10-8619-F1FE169FEE7B}"/>
                  </a:ext>
                </a:extLst>
              </p:cNvPr>
              <p:cNvGrpSpPr/>
              <p:nvPr/>
            </p:nvGrpSpPr>
            <p:grpSpPr>
              <a:xfrm>
                <a:off x="2638359" y="5275864"/>
                <a:ext cx="630000" cy="540000"/>
                <a:chOff x="2638359" y="4451683"/>
                <a:chExt cx="630000" cy="540000"/>
              </a:xfrm>
            </p:grpSpPr>
            <p:sp>
              <p:nvSpPr>
                <p:cNvPr id="46" name="Прямоугольник 45">
                  <a:extLst>
                    <a:ext uri="{FF2B5EF4-FFF2-40B4-BE49-F238E27FC236}">
                      <a16:creationId xmlns:a16="http://schemas.microsoft.com/office/drawing/2014/main" id="{E0067C8F-8004-240A-6DC6-2C53CFEE4F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638359" y="4451683"/>
                  <a:ext cx="540000" cy="54000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0"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47" name="Овал 46">
                  <a:extLst>
                    <a:ext uri="{FF2B5EF4-FFF2-40B4-BE49-F238E27FC236}">
                      <a16:creationId xmlns:a16="http://schemas.microsoft.com/office/drawing/2014/main" id="{CF5EABE2-DB16-490F-9B2E-44D9BF7057DD}"/>
                    </a:ext>
                  </a:extLst>
                </p:cNvPr>
                <p:cNvSpPr/>
                <p:nvPr/>
              </p:nvSpPr>
              <p:spPr>
                <a:xfrm>
                  <a:off x="3088359" y="4645812"/>
                  <a:ext cx="180000" cy="18000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27" name="Группа 26">
                <a:extLst>
                  <a:ext uri="{FF2B5EF4-FFF2-40B4-BE49-F238E27FC236}">
                    <a16:creationId xmlns:a16="http://schemas.microsoft.com/office/drawing/2014/main" id="{AC3D574A-5193-D25B-55EA-8C0436F3A66F}"/>
                  </a:ext>
                </a:extLst>
              </p:cNvPr>
              <p:cNvGrpSpPr/>
              <p:nvPr/>
            </p:nvGrpSpPr>
            <p:grpSpPr>
              <a:xfrm>
                <a:off x="2638359" y="6022182"/>
                <a:ext cx="630000" cy="540000"/>
                <a:chOff x="2638359" y="4358057"/>
                <a:chExt cx="630000" cy="540000"/>
              </a:xfrm>
            </p:grpSpPr>
            <p:sp>
              <p:nvSpPr>
                <p:cNvPr id="44" name="Прямоугольник 43">
                  <a:extLst>
                    <a:ext uri="{FF2B5EF4-FFF2-40B4-BE49-F238E27FC236}">
                      <a16:creationId xmlns:a16="http://schemas.microsoft.com/office/drawing/2014/main" id="{13C68278-D4E9-1C98-E4AC-6CB624B5DC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638359" y="4358057"/>
                  <a:ext cx="540000" cy="54000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360000"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45" name="Овал 44">
                  <a:extLst>
                    <a:ext uri="{FF2B5EF4-FFF2-40B4-BE49-F238E27FC236}">
                      <a16:creationId xmlns:a16="http://schemas.microsoft.com/office/drawing/2014/main" id="{2E3BBF59-D97E-14A9-2892-79A4FB2C664A}"/>
                    </a:ext>
                  </a:extLst>
                </p:cNvPr>
                <p:cNvSpPr/>
                <p:nvPr/>
              </p:nvSpPr>
              <p:spPr>
                <a:xfrm>
                  <a:off x="3088359" y="4550784"/>
                  <a:ext cx="180000" cy="18000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cxnSp>
            <p:nvCxnSpPr>
              <p:cNvPr id="28" name="Прямая со стрелкой 27">
                <a:extLst>
                  <a:ext uri="{FF2B5EF4-FFF2-40B4-BE49-F238E27FC236}">
                    <a16:creationId xmlns:a16="http://schemas.microsoft.com/office/drawing/2014/main" id="{56BA0DB0-E9E1-689B-141F-6497E36F7A32}"/>
                  </a:ext>
                </a:extLst>
              </p:cNvPr>
              <p:cNvCxnSpPr/>
              <p:nvPr/>
            </p:nvCxnSpPr>
            <p:spPr>
              <a:xfrm>
                <a:off x="758293" y="4721683"/>
                <a:ext cx="188006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 стрелкой 28">
                <a:extLst>
                  <a:ext uri="{FF2B5EF4-FFF2-40B4-BE49-F238E27FC236}">
                    <a16:creationId xmlns:a16="http://schemas.microsoft.com/office/drawing/2014/main" id="{A26ED38C-6964-126B-94FC-0A7EDFADFD06}"/>
                  </a:ext>
                </a:extLst>
              </p:cNvPr>
              <p:cNvCxnSpPr/>
              <p:nvPr/>
            </p:nvCxnSpPr>
            <p:spPr>
              <a:xfrm>
                <a:off x="1241707" y="5496305"/>
                <a:ext cx="139665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 стрелкой 29">
                <a:extLst>
                  <a:ext uri="{FF2B5EF4-FFF2-40B4-BE49-F238E27FC236}">
                    <a16:creationId xmlns:a16="http://schemas.microsoft.com/office/drawing/2014/main" id="{DBB7B188-C0AC-2E3D-59B0-021CEE8F8532}"/>
                  </a:ext>
                </a:extLst>
              </p:cNvPr>
              <p:cNvCxnSpPr/>
              <p:nvPr/>
            </p:nvCxnSpPr>
            <p:spPr>
              <a:xfrm>
                <a:off x="1682396" y="6292706"/>
                <a:ext cx="95596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7447E34C-1D33-4B9A-E950-6FF106B96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01596" y="4221481"/>
                <a:ext cx="540000" cy="81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0" rtlCol="0" anchor="ctr"/>
              <a:lstStyle/>
              <a:p>
                <a:pPr algn="ctr"/>
                <a:r>
                  <a:rPr lang="en-US" dirty="0"/>
                  <a:t>&amp;</a:t>
                </a:r>
                <a:endParaRPr lang="ru-RU" dirty="0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C2EA6B72-DFB9-80CB-A93B-C7B3414ECC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92521" y="5582622"/>
                <a:ext cx="540000" cy="81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360000" rtlCol="0" anchor="ctr"/>
              <a:lstStyle/>
              <a:p>
                <a:pPr algn="ctr"/>
                <a:r>
                  <a:rPr lang="en-US" dirty="0"/>
                  <a:t>&amp;</a:t>
                </a:r>
                <a:endParaRPr lang="ru-RU" dirty="0"/>
              </a:p>
            </p:txBody>
          </p:sp>
          <p:cxnSp>
            <p:nvCxnSpPr>
              <p:cNvPr id="37" name="Соединительная линия уступом 70">
                <a:extLst>
                  <a:ext uri="{FF2B5EF4-FFF2-40B4-BE49-F238E27FC236}">
                    <a16:creationId xmlns:a16="http://schemas.microsoft.com/office/drawing/2014/main" id="{CEBABD61-4B22-DA07-718D-2EE4000B316F}"/>
                  </a:ext>
                </a:extLst>
              </p:cNvPr>
              <p:cNvCxnSpPr>
                <a:cxnSpLocks/>
                <a:stCxn id="20" idx="3"/>
              </p:cNvCxnSpPr>
              <p:nvPr/>
            </p:nvCxnSpPr>
            <p:spPr>
              <a:xfrm>
                <a:off x="6949534" y="3695921"/>
                <a:ext cx="2897938" cy="214436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Соединительная линия уступом 71">
                <a:extLst>
                  <a:ext uri="{FF2B5EF4-FFF2-40B4-BE49-F238E27FC236}">
                    <a16:creationId xmlns:a16="http://schemas.microsoft.com/office/drawing/2014/main" id="{3ACC7705-4EE5-CD58-51CC-7555D526A35A}"/>
                  </a:ext>
                </a:extLst>
              </p:cNvPr>
              <p:cNvCxnSpPr>
                <a:cxnSpLocks/>
                <a:stCxn id="32" idx="3"/>
              </p:cNvCxnSpPr>
              <p:nvPr/>
            </p:nvCxnSpPr>
            <p:spPr>
              <a:xfrm flipV="1">
                <a:off x="6932521" y="4372952"/>
                <a:ext cx="2914951" cy="1614670"/>
              </a:xfrm>
              <a:prstGeom prst="bentConnector3">
                <a:avLst>
                  <a:gd name="adj1" fmla="val 60355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Соединительная линия уступом 72">
                <a:extLst>
                  <a:ext uri="{FF2B5EF4-FFF2-40B4-BE49-F238E27FC236}">
                    <a16:creationId xmlns:a16="http://schemas.microsoft.com/office/drawing/2014/main" id="{4B9CA13E-B78A-384E-B9B8-C669D34B6992}"/>
                  </a:ext>
                </a:extLst>
              </p:cNvPr>
              <p:cNvCxnSpPr>
                <a:cxnSpLocks/>
                <a:stCxn id="31" idx="3"/>
                <a:endCxn id="22" idx="1"/>
              </p:cNvCxnSpPr>
              <p:nvPr/>
            </p:nvCxnSpPr>
            <p:spPr>
              <a:xfrm flipV="1">
                <a:off x="6941596" y="4168598"/>
                <a:ext cx="2905876" cy="457883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 стрелкой 39">
                <a:extLst>
                  <a:ext uri="{FF2B5EF4-FFF2-40B4-BE49-F238E27FC236}">
                    <a16:creationId xmlns:a16="http://schemas.microsoft.com/office/drawing/2014/main" id="{1B06238D-26E4-DAB5-EF95-FF384168D77E}"/>
                  </a:ext>
                </a:extLst>
              </p:cNvPr>
              <p:cNvCxnSpPr/>
              <p:nvPr/>
            </p:nvCxnSpPr>
            <p:spPr>
              <a:xfrm>
                <a:off x="10406374" y="4040210"/>
                <a:ext cx="95596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Прямоугольник 40">
                    <a:extLst>
                      <a:ext uri="{FF2B5EF4-FFF2-40B4-BE49-F238E27FC236}">
                        <a16:creationId xmlns:a16="http://schemas.microsoft.com/office/drawing/2014/main" id="{91081C90-BA4B-9533-C9D7-C895B8947754}"/>
                      </a:ext>
                    </a:extLst>
                  </p:cNvPr>
                  <p:cNvSpPr/>
                  <p:nvPr/>
                </p:nvSpPr>
                <p:spPr>
                  <a:xfrm>
                    <a:off x="6930632" y="4133788"/>
                    <a:ext cx="84689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41" name="Прямоугольник 40">
                    <a:extLst>
                      <a:ext uri="{FF2B5EF4-FFF2-40B4-BE49-F238E27FC236}">
                        <a16:creationId xmlns:a16="http://schemas.microsoft.com/office/drawing/2014/main" id="{91081C90-BA4B-9533-C9D7-C895B89477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0632" y="4133788"/>
                    <a:ext cx="84689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Прямоугольник 41">
                    <a:extLst>
                      <a:ext uri="{FF2B5EF4-FFF2-40B4-BE49-F238E27FC236}">
                        <a16:creationId xmlns:a16="http://schemas.microsoft.com/office/drawing/2014/main" id="{6B3377A7-4D80-4AA8-2DF8-1532F5C54372}"/>
                      </a:ext>
                    </a:extLst>
                  </p:cNvPr>
                  <p:cNvSpPr/>
                  <p:nvPr/>
                </p:nvSpPr>
                <p:spPr>
                  <a:xfrm>
                    <a:off x="6961214" y="5559993"/>
                    <a:ext cx="124252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>
              <p:sp>
                <p:nvSpPr>
                  <p:cNvPr id="42" name="Прямоугольник 41">
                    <a:extLst>
                      <a:ext uri="{FF2B5EF4-FFF2-40B4-BE49-F238E27FC236}">
                        <a16:creationId xmlns:a16="http://schemas.microsoft.com/office/drawing/2014/main" id="{6B3377A7-4D80-4AA8-2DF8-1532F5C5437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61214" y="5559993"/>
                    <a:ext cx="124252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Прямоугольник 42">
                    <a:extLst>
                      <a:ext uri="{FF2B5EF4-FFF2-40B4-BE49-F238E27FC236}">
                        <a16:creationId xmlns:a16="http://schemas.microsoft.com/office/drawing/2014/main" id="{086D66B6-5855-7BA1-5002-C995AF1CA7EB}"/>
                      </a:ext>
                    </a:extLst>
                  </p:cNvPr>
                  <p:cNvSpPr/>
                  <p:nvPr/>
                </p:nvSpPr>
                <p:spPr>
                  <a:xfrm>
                    <a:off x="10494331" y="3607802"/>
                    <a:ext cx="377347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43" name="Прямоугольник 42">
                    <a:extLst>
                      <a:ext uri="{FF2B5EF4-FFF2-40B4-BE49-F238E27FC236}">
                        <a16:creationId xmlns:a16="http://schemas.microsoft.com/office/drawing/2014/main" id="{086D66B6-5855-7BA1-5002-C995AF1CA7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94331" y="3607802"/>
                    <a:ext cx="37734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1FA98501-AE60-6FCD-BAF2-3D11F64407C6}"/>
              </a:ext>
            </a:extLst>
          </p:cNvPr>
          <p:cNvCxnSpPr>
            <a:cxnSpLocks/>
            <a:endCxn id="96" idx="1"/>
          </p:cNvCxnSpPr>
          <p:nvPr/>
        </p:nvCxnSpPr>
        <p:spPr>
          <a:xfrm>
            <a:off x="2350621" y="5859382"/>
            <a:ext cx="468224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80BA1A38-F0DC-3995-0E18-012F93110049}"/>
              </a:ext>
            </a:extLst>
          </p:cNvPr>
          <p:cNvSpPr>
            <a:spLocks noChangeAspect="1"/>
          </p:cNvSpPr>
          <p:nvPr/>
        </p:nvSpPr>
        <p:spPr>
          <a:xfrm>
            <a:off x="2818845" y="5589382"/>
            <a:ext cx="540000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0" rtlCol="0" anchor="ctr"/>
          <a:lstStyle/>
          <a:p>
            <a:pPr algn="ctr"/>
            <a:endParaRPr lang="ru-RU" dirty="0"/>
          </a:p>
        </p:txBody>
      </p:sp>
      <p:sp>
        <p:nvSpPr>
          <p:cNvPr id="97" name="Овал 96">
            <a:extLst>
              <a:ext uri="{FF2B5EF4-FFF2-40B4-BE49-F238E27FC236}">
                <a16:creationId xmlns:a16="http://schemas.microsoft.com/office/drawing/2014/main" id="{FC5B9063-A076-0FAC-034E-89CD335C768F}"/>
              </a:ext>
            </a:extLst>
          </p:cNvPr>
          <p:cNvSpPr/>
          <p:nvPr/>
        </p:nvSpPr>
        <p:spPr>
          <a:xfrm>
            <a:off x="3253494" y="5721688"/>
            <a:ext cx="180000" cy="180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Прямоугольник 98">
                <a:extLst>
                  <a:ext uri="{FF2B5EF4-FFF2-40B4-BE49-F238E27FC236}">
                    <a16:creationId xmlns:a16="http://schemas.microsoft.com/office/drawing/2014/main" id="{317B22E7-59B3-578F-E351-A5C934F83358}"/>
                  </a:ext>
                </a:extLst>
              </p:cNvPr>
              <p:cNvSpPr/>
              <p:nvPr/>
            </p:nvSpPr>
            <p:spPr>
              <a:xfrm>
                <a:off x="3430914" y="5379986"/>
                <a:ext cx="4725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9" name="Прямоугольник 98">
                <a:extLst>
                  <a:ext uri="{FF2B5EF4-FFF2-40B4-BE49-F238E27FC236}">
                    <a16:creationId xmlns:a16="http://schemas.microsoft.com/office/drawing/2014/main" id="{317B22E7-59B3-578F-E351-A5C934F833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914" y="5379986"/>
                <a:ext cx="4725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C1DF1B6B-A8D4-1B42-BA2C-0DC3B8440E12}"/>
              </a:ext>
            </a:extLst>
          </p:cNvPr>
          <p:cNvSpPr>
            <a:spLocks noChangeAspect="1"/>
          </p:cNvSpPr>
          <p:nvPr/>
        </p:nvSpPr>
        <p:spPr>
          <a:xfrm>
            <a:off x="6554728" y="5360833"/>
            <a:ext cx="574450" cy="81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0" rtlCol="0" anchor="ctr"/>
          <a:lstStyle/>
          <a:p>
            <a:pPr algn="ctr"/>
            <a:r>
              <a:rPr lang="en-US" dirty="0"/>
              <a:t>&amp;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Прямоугольник 124">
                <a:extLst>
                  <a:ext uri="{FF2B5EF4-FFF2-40B4-BE49-F238E27FC236}">
                    <a16:creationId xmlns:a16="http://schemas.microsoft.com/office/drawing/2014/main" id="{3EDD534B-2609-DD71-0357-2CF7A0980629}"/>
                  </a:ext>
                </a:extLst>
              </p:cNvPr>
              <p:cNvSpPr/>
              <p:nvPr/>
            </p:nvSpPr>
            <p:spPr>
              <a:xfrm>
                <a:off x="7079621" y="5306176"/>
                <a:ext cx="739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5" name="Прямоугольник 124">
                <a:extLst>
                  <a:ext uri="{FF2B5EF4-FFF2-40B4-BE49-F238E27FC236}">
                    <a16:creationId xmlns:a16="http://schemas.microsoft.com/office/drawing/2014/main" id="{3EDD534B-2609-DD71-0357-2CF7A0980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621" y="5306176"/>
                <a:ext cx="73949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Соединительная линия уступом 71">
            <a:extLst>
              <a:ext uri="{FF2B5EF4-FFF2-40B4-BE49-F238E27FC236}">
                <a16:creationId xmlns:a16="http://schemas.microsoft.com/office/drawing/2014/main" id="{DAF7ECF0-49B2-1879-93DF-09255999EFA0}"/>
              </a:ext>
            </a:extLst>
          </p:cNvPr>
          <p:cNvCxnSpPr>
            <a:cxnSpLocks/>
          </p:cNvCxnSpPr>
          <p:nvPr/>
        </p:nvCxnSpPr>
        <p:spPr>
          <a:xfrm flipV="1">
            <a:off x="7138560" y="3359357"/>
            <a:ext cx="2844583" cy="2353880"/>
          </a:xfrm>
          <a:prstGeom prst="bentConnector3">
            <a:avLst>
              <a:gd name="adj1" fmla="val 66679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Соединительная линия уступом 71">
            <a:extLst>
              <a:ext uri="{FF2B5EF4-FFF2-40B4-BE49-F238E27FC236}">
                <a16:creationId xmlns:a16="http://schemas.microsoft.com/office/drawing/2014/main" id="{02CAFF4B-A14A-7D7E-F90F-4F6AD1B4011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46456" y="2836087"/>
            <a:ext cx="4154737" cy="1840422"/>
          </a:xfrm>
          <a:prstGeom prst="bentConnector3">
            <a:avLst>
              <a:gd name="adj1" fmla="val 1207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E4A7AD45-3748-87C3-13E6-C0E4355CD392}"/>
              </a:ext>
            </a:extLst>
          </p:cNvPr>
          <p:cNvCxnSpPr/>
          <p:nvPr/>
        </p:nvCxnSpPr>
        <p:spPr>
          <a:xfrm>
            <a:off x="5144036" y="1680814"/>
            <a:ext cx="1396652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579A0551-A07F-4360-A4F4-CFDD5627777C}"/>
              </a:ext>
            </a:extLst>
          </p:cNvPr>
          <p:cNvCxnSpPr/>
          <p:nvPr/>
        </p:nvCxnSpPr>
        <p:spPr>
          <a:xfrm>
            <a:off x="5144036" y="2399373"/>
            <a:ext cx="1396652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85E48644-63DC-4468-659B-E81DF7BD3B3F}"/>
              </a:ext>
            </a:extLst>
          </p:cNvPr>
          <p:cNvCxnSpPr/>
          <p:nvPr/>
        </p:nvCxnSpPr>
        <p:spPr>
          <a:xfrm>
            <a:off x="5144036" y="5777847"/>
            <a:ext cx="1396652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Соединительная линия уступом 71">
            <a:extLst>
              <a:ext uri="{FF2B5EF4-FFF2-40B4-BE49-F238E27FC236}">
                <a16:creationId xmlns:a16="http://schemas.microsoft.com/office/drawing/2014/main" id="{331D1585-CCB3-CA8C-9AA8-5D139106566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31281" y="2558218"/>
            <a:ext cx="3614808" cy="1573341"/>
          </a:xfrm>
          <a:prstGeom prst="bentConnector3">
            <a:avLst>
              <a:gd name="adj1" fmla="val 1079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D8D9F0DD-9F52-FEC1-9094-130EED223516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4925356" y="1537485"/>
            <a:ext cx="1637680" cy="13039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019D2910-027D-2F3D-10C6-C4DCDB4B5BD8}"/>
              </a:ext>
            </a:extLst>
          </p:cNvPr>
          <p:cNvCxnSpPr>
            <a:cxnSpLocks/>
          </p:cNvCxnSpPr>
          <p:nvPr/>
        </p:nvCxnSpPr>
        <p:spPr>
          <a:xfrm flipV="1">
            <a:off x="4931762" y="4983480"/>
            <a:ext cx="1606198" cy="1209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Соединительная линия уступом 71">
            <a:extLst>
              <a:ext uri="{FF2B5EF4-FFF2-40B4-BE49-F238E27FC236}">
                <a16:creationId xmlns:a16="http://schemas.microsoft.com/office/drawing/2014/main" id="{B48C4D4B-4B47-EA89-0342-769A59C8C650}"/>
              </a:ext>
            </a:extLst>
          </p:cNvPr>
          <p:cNvCxnSpPr>
            <a:cxnSpLocks/>
            <a:stCxn id="49" idx="6"/>
          </p:cNvCxnSpPr>
          <p:nvPr/>
        </p:nvCxnSpPr>
        <p:spPr>
          <a:xfrm flipV="1">
            <a:off x="3422932" y="2714769"/>
            <a:ext cx="3151070" cy="825453"/>
          </a:xfrm>
          <a:prstGeom prst="bentConnector3">
            <a:avLst>
              <a:gd name="adj1" fmla="val 6040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Соединительная линия уступом 71">
            <a:extLst>
              <a:ext uri="{FF2B5EF4-FFF2-40B4-BE49-F238E27FC236}">
                <a16:creationId xmlns:a16="http://schemas.microsoft.com/office/drawing/2014/main" id="{60CB6665-0886-7749-23E8-E2800291DDF8}"/>
              </a:ext>
            </a:extLst>
          </p:cNvPr>
          <p:cNvCxnSpPr>
            <a:cxnSpLocks/>
          </p:cNvCxnSpPr>
          <p:nvPr/>
        </p:nvCxnSpPr>
        <p:spPr>
          <a:xfrm>
            <a:off x="3962932" y="3546694"/>
            <a:ext cx="2567408" cy="964346"/>
          </a:xfrm>
          <a:prstGeom prst="bentConnector3">
            <a:avLst>
              <a:gd name="adj1" fmla="val 5296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ная линия уступом 71">
            <a:extLst>
              <a:ext uri="{FF2B5EF4-FFF2-40B4-BE49-F238E27FC236}">
                <a16:creationId xmlns:a16="http://schemas.microsoft.com/office/drawing/2014/main" id="{D4F0C6DE-63FF-7672-76FB-9694B77DB50C}"/>
              </a:ext>
            </a:extLst>
          </p:cNvPr>
          <p:cNvCxnSpPr>
            <a:cxnSpLocks/>
          </p:cNvCxnSpPr>
          <p:nvPr/>
        </p:nvCxnSpPr>
        <p:spPr>
          <a:xfrm>
            <a:off x="3267809" y="4354493"/>
            <a:ext cx="3260383" cy="1260393"/>
          </a:xfrm>
          <a:prstGeom prst="bentConnector3">
            <a:avLst>
              <a:gd name="adj1" fmla="val 4100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Соединительная линия уступом 71">
            <a:extLst>
              <a:ext uri="{FF2B5EF4-FFF2-40B4-BE49-F238E27FC236}">
                <a16:creationId xmlns:a16="http://schemas.microsoft.com/office/drawing/2014/main" id="{C3BBE4D7-8325-E019-B1B4-0A27AAE8B73D}"/>
              </a:ext>
            </a:extLst>
          </p:cNvPr>
          <p:cNvCxnSpPr>
            <a:cxnSpLocks/>
          </p:cNvCxnSpPr>
          <p:nvPr/>
        </p:nvCxnSpPr>
        <p:spPr>
          <a:xfrm flipV="1">
            <a:off x="4052375" y="3201949"/>
            <a:ext cx="2488313" cy="1146072"/>
          </a:xfrm>
          <a:prstGeom prst="bentConnector3">
            <a:avLst>
              <a:gd name="adj1" fmla="val 21919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137">
            <a:extLst>
              <a:ext uri="{FF2B5EF4-FFF2-40B4-BE49-F238E27FC236}">
                <a16:creationId xmlns:a16="http://schemas.microsoft.com/office/drawing/2014/main" id="{98503E2F-D5E3-0CB0-75D3-DEB29B3497FB}"/>
              </a:ext>
            </a:extLst>
          </p:cNvPr>
          <p:cNvCxnSpPr>
            <a:cxnSpLocks/>
          </p:cNvCxnSpPr>
          <p:nvPr/>
        </p:nvCxnSpPr>
        <p:spPr>
          <a:xfrm flipV="1">
            <a:off x="1396280" y="4647841"/>
            <a:ext cx="5168422" cy="37043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Прямая со стрелкой 144">
            <a:extLst>
              <a:ext uri="{FF2B5EF4-FFF2-40B4-BE49-F238E27FC236}">
                <a16:creationId xmlns:a16="http://schemas.microsoft.com/office/drawing/2014/main" id="{F13AD687-EA51-62E0-F7AF-4D3B93844468}"/>
              </a:ext>
            </a:extLst>
          </p:cNvPr>
          <p:cNvCxnSpPr>
            <a:cxnSpLocks/>
          </p:cNvCxnSpPr>
          <p:nvPr/>
        </p:nvCxnSpPr>
        <p:spPr>
          <a:xfrm flipV="1">
            <a:off x="2316480" y="4747260"/>
            <a:ext cx="4221480" cy="1524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Соединительная линия уступом 71">
            <a:extLst>
              <a:ext uri="{FF2B5EF4-FFF2-40B4-BE49-F238E27FC236}">
                <a16:creationId xmlns:a16="http://schemas.microsoft.com/office/drawing/2014/main" id="{92521E3B-E225-A0CB-9357-356DF7995E98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781763" y="3090711"/>
            <a:ext cx="4774406" cy="3401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Соединительная линия уступом 71">
            <a:extLst>
              <a:ext uri="{FF2B5EF4-FFF2-40B4-BE49-F238E27FC236}">
                <a16:creationId xmlns:a16="http://schemas.microsoft.com/office/drawing/2014/main" id="{D2530801-F2D3-DDA1-596A-31F0CB9D987E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4160853" y="2500331"/>
            <a:ext cx="2403254" cy="909562"/>
          </a:xfrm>
          <a:prstGeom prst="bentConnector3">
            <a:avLst>
              <a:gd name="adj1" fmla="val 22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07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83D058-17E2-942F-208B-053912AE89A2}"/>
                  </a:ext>
                </a:extLst>
              </p:cNvPr>
              <p:cNvSpPr txBox="1"/>
              <p:nvPr/>
            </p:nvSpPr>
            <p:spPr>
              <a:xfrm>
                <a:off x="2596552" y="370109"/>
                <a:ext cx="97659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83D058-17E2-942F-208B-053912AE8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552" y="370109"/>
                <a:ext cx="9765934" cy="369332"/>
              </a:xfrm>
              <a:prstGeom prst="rect">
                <a:avLst/>
              </a:prstGeom>
              <a:blipFill>
                <a:blip r:embed="rId2"/>
                <a:stretch>
                  <a:fillRect l="-1498" t="-26667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8F41F6EB-81A8-8628-1A91-0D35061DBFDE}"/>
              </a:ext>
            </a:extLst>
          </p:cNvPr>
          <p:cNvCxnSpPr>
            <a:cxnSpLocks/>
          </p:cNvCxnSpPr>
          <p:nvPr/>
        </p:nvCxnSpPr>
        <p:spPr>
          <a:xfrm>
            <a:off x="1029810" y="3984984"/>
            <a:ext cx="1757779" cy="0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FF896D1E-0AA6-6E32-717D-DB5D986CF0A6}"/>
              </a:ext>
            </a:extLst>
          </p:cNvPr>
          <p:cNvCxnSpPr>
            <a:cxnSpLocks/>
          </p:cNvCxnSpPr>
          <p:nvPr/>
        </p:nvCxnSpPr>
        <p:spPr>
          <a:xfrm>
            <a:off x="2787589" y="2450236"/>
            <a:ext cx="0" cy="2948866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5B677441-F33D-BCE4-3E7D-84AEF5640807}"/>
              </a:ext>
            </a:extLst>
          </p:cNvPr>
          <p:cNvCxnSpPr>
            <a:cxnSpLocks/>
          </p:cNvCxnSpPr>
          <p:nvPr/>
        </p:nvCxnSpPr>
        <p:spPr>
          <a:xfrm>
            <a:off x="2787589" y="2450236"/>
            <a:ext cx="4820574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7DC12E2C-9017-6246-3755-B858EA58E4EB}"/>
              </a:ext>
            </a:extLst>
          </p:cNvPr>
          <p:cNvCxnSpPr>
            <a:cxnSpLocks/>
          </p:cNvCxnSpPr>
          <p:nvPr/>
        </p:nvCxnSpPr>
        <p:spPr>
          <a:xfrm>
            <a:off x="2787589" y="5399102"/>
            <a:ext cx="4820574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34770015-BECD-5AED-461C-CBC9362E8A24}"/>
              </a:ext>
            </a:extLst>
          </p:cNvPr>
          <p:cNvCxnSpPr>
            <a:cxnSpLocks/>
          </p:cNvCxnSpPr>
          <p:nvPr/>
        </p:nvCxnSpPr>
        <p:spPr>
          <a:xfrm>
            <a:off x="2787589" y="4654118"/>
            <a:ext cx="4820574" cy="0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3BE0774A-6F83-B6D2-9C54-0BD6AA2D2335}"/>
              </a:ext>
            </a:extLst>
          </p:cNvPr>
          <p:cNvCxnSpPr>
            <a:cxnSpLocks/>
          </p:cNvCxnSpPr>
          <p:nvPr/>
        </p:nvCxnSpPr>
        <p:spPr>
          <a:xfrm>
            <a:off x="2787589" y="3448235"/>
            <a:ext cx="4820574" cy="0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BD0A93D8-512C-8142-8029-E7A6941482AC}"/>
              </a:ext>
            </a:extLst>
          </p:cNvPr>
          <p:cNvCxnSpPr>
            <a:cxnSpLocks/>
          </p:cNvCxnSpPr>
          <p:nvPr/>
        </p:nvCxnSpPr>
        <p:spPr>
          <a:xfrm>
            <a:off x="2787589" y="3984984"/>
            <a:ext cx="4820574" cy="0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9A07D23C-9072-3627-A357-1A1FA319D911}"/>
              </a:ext>
            </a:extLst>
          </p:cNvPr>
          <p:cNvCxnSpPr>
            <a:cxnSpLocks/>
          </p:cNvCxnSpPr>
          <p:nvPr/>
        </p:nvCxnSpPr>
        <p:spPr>
          <a:xfrm>
            <a:off x="2787589" y="2924452"/>
            <a:ext cx="4820574" cy="0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8B2A20F2-EB6D-0895-4C9D-6B07B3E7B9CE}"/>
              </a:ext>
            </a:extLst>
          </p:cNvPr>
          <p:cNvCxnSpPr>
            <a:cxnSpLocks/>
          </p:cNvCxnSpPr>
          <p:nvPr/>
        </p:nvCxnSpPr>
        <p:spPr>
          <a:xfrm>
            <a:off x="7608163" y="2450236"/>
            <a:ext cx="0" cy="2948866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D0BF6E4F-9F63-92FC-7505-351D68E9CF0C}"/>
              </a:ext>
            </a:extLst>
          </p:cNvPr>
          <p:cNvCxnSpPr>
            <a:cxnSpLocks/>
          </p:cNvCxnSpPr>
          <p:nvPr/>
        </p:nvCxnSpPr>
        <p:spPr>
          <a:xfrm>
            <a:off x="7608163" y="3984984"/>
            <a:ext cx="1757779" cy="0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1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DDDF4D-363B-1037-1530-634D0034E631}"/>
                  </a:ext>
                </a:extLst>
              </p:cNvPr>
              <p:cNvSpPr txBox="1"/>
              <p:nvPr/>
            </p:nvSpPr>
            <p:spPr>
              <a:xfrm>
                <a:off x="2596552" y="370109"/>
                <a:ext cx="881439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∨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∨ 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∨ </m:t>
                    </m:r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DDDF4D-363B-1037-1530-634D0034E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552" y="370109"/>
                <a:ext cx="8814398" cy="307777"/>
              </a:xfrm>
              <a:prstGeom prst="rect">
                <a:avLst/>
              </a:prstGeom>
              <a:blipFill>
                <a:blip r:embed="rId2"/>
                <a:stretch>
                  <a:fillRect l="-1383" t="-26000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5E1052-CA0D-8768-E1AB-67FEDA2EC275}"/>
                  </a:ext>
                </a:extLst>
              </p:cNvPr>
              <p:cNvSpPr txBox="1"/>
              <p:nvPr/>
            </p:nvSpPr>
            <p:spPr>
              <a:xfrm>
                <a:off x="4705165" y="1276620"/>
                <a:ext cx="3373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5E1052-CA0D-8768-E1AB-67FEDA2EC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165" y="1276620"/>
                <a:ext cx="337352" cy="400110"/>
              </a:xfrm>
              <a:prstGeom prst="rect">
                <a:avLst/>
              </a:prstGeom>
              <a:blipFill>
                <a:blip r:embed="rId3"/>
                <a:stretch>
                  <a:fillRect r="-16364"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2C7EE1-8C12-B424-7052-D6B5CE5BD233}"/>
                  </a:ext>
                </a:extLst>
              </p:cNvPr>
              <p:cNvSpPr txBox="1"/>
              <p:nvPr/>
            </p:nvSpPr>
            <p:spPr>
              <a:xfrm>
                <a:off x="6553940" y="1269112"/>
                <a:ext cx="4505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2C7EE1-8C12-B424-7052-D6B5CE5BD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940" y="1269112"/>
                <a:ext cx="45054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5C95D4-3C80-7580-DCD3-89588621D269}"/>
                  </a:ext>
                </a:extLst>
              </p:cNvPr>
              <p:cNvSpPr txBox="1"/>
              <p:nvPr/>
            </p:nvSpPr>
            <p:spPr>
              <a:xfrm>
                <a:off x="8728969" y="1276620"/>
                <a:ext cx="4505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5C95D4-3C80-7580-DCD3-89588621D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969" y="1276620"/>
                <a:ext cx="450541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3CBFF9-4F3A-3588-55EB-023FFC6BC52C}"/>
                  </a:ext>
                </a:extLst>
              </p:cNvPr>
              <p:cNvSpPr txBox="1"/>
              <p:nvPr/>
            </p:nvSpPr>
            <p:spPr>
              <a:xfrm>
                <a:off x="5302189" y="2029985"/>
                <a:ext cx="3795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3CBFF9-4F3A-3588-55EB-023FFC6BC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189" y="2029985"/>
                <a:ext cx="379520" cy="400110"/>
              </a:xfrm>
              <a:prstGeom prst="rect">
                <a:avLst/>
              </a:prstGeom>
              <a:blipFill>
                <a:blip r:embed="rId6"/>
                <a:stretch>
                  <a:fillRect r="-3226"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8FB4F1-5A8F-29CA-4DAF-FD24F63E87F8}"/>
                  </a:ext>
                </a:extLst>
              </p:cNvPr>
              <p:cNvSpPr txBox="1"/>
              <p:nvPr/>
            </p:nvSpPr>
            <p:spPr>
              <a:xfrm>
                <a:off x="7860437" y="2008415"/>
                <a:ext cx="4505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8FB4F1-5A8F-29CA-4DAF-FD24F63E8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437" y="2008415"/>
                <a:ext cx="450541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89DE41-6062-AA33-A49C-B13A24FC2626}"/>
                  </a:ext>
                </a:extLst>
              </p:cNvPr>
              <p:cNvSpPr txBox="1"/>
              <p:nvPr/>
            </p:nvSpPr>
            <p:spPr>
              <a:xfrm>
                <a:off x="8728968" y="2822814"/>
                <a:ext cx="4505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89DE41-6062-AA33-A49C-B13A24FC2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968" y="2822814"/>
                <a:ext cx="450541" cy="400110"/>
              </a:xfrm>
              <a:prstGeom prst="rect">
                <a:avLst/>
              </a:prstGeom>
              <a:blipFill>
                <a:blip r:embed="rId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452649-BBEE-E270-0EBB-03041AD96DBE}"/>
                  </a:ext>
                </a:extLst>
              </p:cNvPr>
              <p:cNvSpPr txBox="1"/>
              <p:nvPr/>
            </p:nvSpPr>
            <p:spPr>
              <a:xfrm>
                <a:off x="4325645" y="2822814"/>
                <a:ext cx="3795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452649-BBEE-E270-0EBB-03041AD96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645" y="2822814"/>
                <a:ext cx="379520" cy="400110"/>
              </a:xfrm>
              <a:prstGeom prst="rect">
                <a:avLst/>
              </a:prstGeom>
              <a:blipFill>
                <a:blip r:embed="rId9"/>
                <a:stretch>
                  <a:fillRect r="-3226"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323ADD-20F7-873B-6B75-5E4189B72E18}"/>
                  </a:ext>
                </a:extLst>
              </p:cNvPr>
              <p:cNvSpPr txBox="1"/>
              <p:nvPr/>
            </p:nvSpPr>
            <p:spPr>
              <a:xfrm>
                <a:off x="7254248" y="2822814"/>
                <a:ext cx="4505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323ADD-20F7-873B-6B75-5E4189B72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248" y="2822814"/>
                <a:ext cx="450541" cy="400110"/>
              </a:xfrm>
              <a:prstGeom prst="rect">
                <a:avLst/>
              </a:prstGeom>
              <a:blipFill>
                <a:blip r:embed="rId10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673C9A-BE8C-38B6-9A55-93DA08C5E23F}"/>
                  </a:ext>
                </a:extLst>
              </p:cNvPr>
              <p:cNvSpPr txBox="1"/>
              <p:nvPr/>
            </p:nvSpPr>
            <p:spPr>
              <a:xfrm>
                <a:off x="5502532" y="2822814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673C9A-BE8C-38B6-9A55-93DA08C5E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532" y="2822814"/>
                <a:ext cx="477174" cy="400110"/>
              </a:xfrm>
              <a:prstGeom prst="rect">
                <a:avLst/>
              </a:prstGeom>
              <a:blipFill>
                <a:blip r:embed="rId1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87D1BE-157C-E319-E3D2-975BA9D956D4}"/>
                  </a:ext>
                </a:extLst>
              </p:cNvPr>
              <p:cNvSpPr txBox="1"/>
              <p:nvPr/>
            </p:nvSpPr>
            <p:spPr>
              <a:xfrm>
                <a:off x="5443122" y="3563498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87D1BE-157C-E319-E3D2-975BA9D95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122" y="3563498"/>
                <a:ext cx="477174" cy="400110"/>
              </a:xfrm>
              <a:prstGeom prst="rect">
                <a:avLst/>
              </a:prstGeom>
              <a:blipFill>
                <a:blip r:embed="rId12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2889ECD-8739-84B0-A40C-C32F8A27CD7B}"/>
                  </a:ext>
                </a:extLst>
              </p:cNvPr>
              <p:cNvSpPr txBox="1"/>
              <p:nvPr/>
            </p:nvSpPr>
            <p:spPr>
              <a:xfrm>
                <a:off x="7704789" y="3560637"/>
                <a:ext cx="3972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2889ECD-8739-84B0-A40C-C32F8A27C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789" y="3560637"/>
                <a:ext cx="397275" cy="400110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B5AFB5-5AED-00CF-A5AA-729E3DED1FC1}"/>
                  </a:ext>
                </a:extLst>
              </p:cNvPr>
              <p:cNvSpPr txBox="1"/>
              <p:nvPr/>
            </p:nvSpPr>
            <p:spPr>
              <a:xfrm>
                <a:off x="5361599" y="4537696"/>
                <a:ext cx="3795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B5AFB5-5AED-00CF-A5AA-729E3DED1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99" y="4537696"/>
                <a:ext cx="379520" cy="400110"/>
              </a:xfrm>
              <a:prstGeom prst="rect">
                <a:avLst/>
              </a:prstGeom>
              <a:blipFill>
                <a:blip r:embed="rId14"/>
                <a:stretch>
                  <a:fillRect r="-3226"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B3E8CD-EA2E-D2D9-4B3F-A20C36562312}"/>
                  </a:ext>
                </a:extLst>
              </p:cNvPr>
              <p:cNvSpPr txBox="1"/>
              <p:nvPr/>
            </p:nvSpPr>
            <p:spPr>
              <a:xfrm>
                <a:off x="7819010" y="4559463"/>
                <a:ext cx="4505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B3E8CD-EA2E-D2D9-4B3F-A20C36562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010" y="4559463"/>
                <a:ext cx="450541" cy="400110"/>
              </a:xfrm>
              <a:prstGeom prst="rect">
                <a:avLst/>
              </a:prstGeom>
              <a:blipFill>
                <a:blip r:embed="rId1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 descr="Изображение выглядит как диаграмма, линия, оригами, шаблон&#10;&#10;Автоматически созданное описание">
            <a:extLst>
              <a:ext uri="{FF2B5EF4-FFF2-40B4-BE49-F238E27FC236}">
                <a16:creationId xmlns:a16="http://schemas.microsoft.com/office/drawing/2014/main" id="{39A7AEC9-C49F-D1AB-1DB3-8E3EEBCB62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0751"/>
            <a:ext cx="12192000" cy="49342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3A39E6-9BF5-F367-8E81-955161A2253F}"/>
                  </a:ext>
                </a:extLst>
              </p:cNvPr>
              <p:cNvSpPr txBox="1"/>
              <p:nvPr/>
            </p:nvSpPr>
            <p:spPr>
              <a:xfrm>
                <a:off x="4648571" y="1003427"/>
                <a:ext cx="4505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3A39E6-9BF5-F367-8E81-955161A22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571" y="1003427"/>
                <a:ext cx="450540" cy="400110"/>
              </a:xfrm>
              <a:prstGeom prst="rect">
                <a:avLst/>
              </a:prstGeom>
              <a:blipFill>
                <a:blip r:embed="rId1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7816F1-A583-145A-7173-0161DB04C149}"/>
                  </a:ext>
                </a:extLst>
              </p:cNvPr>
              <p:cNvSpPr txBox="1"/>
              <p:nvPr/>
            </p:nvSpPr>
            <p:spPr>
              <a:xfrm>
                <a:off x="6793961" y="1071628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7816F1-A583-145A-7173-0161DB04C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961" y="1071628"/>
                <a:ext cx="477174" cy="400110"/>
              </a:xfrm>
              <a:prstGeom prst="rect">
                <a:avLst/>
              </a:prstGeom>
              <a:blipFill>
                <a:blip r:embed="rId1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46AEF0-4C74-1AB9-7B40-7D441E33197D}"/>
                  </a:ext>
                </a:extLst>
              </p:cNvPr>
              <p:cNvSpPr txBox="1"/>
              <p:nvPr/>
            </p:nvSpPr>
            <p:spPr>
              <a:xfrm>
                <a:off x="8954238" y="1080371"/>
                <a:ext cx="3972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46AEF0-4C74-1AB9-7B40-7D441E331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238" y="1080371"/>
                <a:ext cx="397275" cy="400110"/>
              </a:xfrm>
              <a:prstGeom prst="rect">
                <a:avLst/>
              </a:prstGeom>
              <a:blipFill>
                <a:blip r:embed="rId19"/>
                <a:stretch>
                  <a:fillRect r="-3077"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CF9A3C-83C9-55A3-4614-7B16ECF9778E}"/>
                  </a:ext>
                </a:extLst>
              </p:cNvPr>
              <p:cNvSpPr txBox="1"/>
              <p:nvPr/>
            </p:nvSpPr>
            <p:spPr>
              <a:xfrm>
                <a:off x="4705165" y="1769552"/>
                <a:ext cx="3972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CF9A3C-83C9-55A3-4614-7B16ECF97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165" y="1769552"/>
                <a:ext cx="397275" cy="400110"/>
              </a:xfrm>
              <a:prstGeom prst="rect">
                <a:avLst/>
              </a:prstGeom>
              <a:blipFill>
                <a:blip r:embed="rId20"/>
                <a:stretch>
                  <a:fillRect r="-1538"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AD5689-2292-82FF-7789-763377776A0C}"/>
                  </a:ext>
                </a:extLst>
              </p:cNvPr>
              <p:cNvSpPr txBox="1"/>
              <p:nvPr/>
            </p:nvSpPr>
            <p:spPr>
              <a:xfrm>
                <a:off x="6765201" y="1791799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AD5689-2292-82FF-7789-763377776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201" y="1791799"/>
                <a:ext cx="477174" cy="400110"/>
              </a:xfrm>
              <a:prstGeom prst="rect">
                <a:avLst/>
              </a:prstGeom>
              <a:blipFill>
                <a:blip r:embed="rId2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D7F284-D3BC-4EE8-C0AB-4318BF1CA307}"/>
                  </a:ext>
                </a:extLst>
              </p:cNvPr>
              <p:cNvSpPr txBox="1"/>
              <p:nvPr/>
            </p:nvSpPr>
            <p:spPr>
              <a:xfrm>
                <a:off x="8728968" y="1826268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D7F284-D3BC-4EE8-C0AB-4318BF1CA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968" y="1826268"/>
                <a:ext cx="477174" cy="400110"/>
              </a:xfrm>
              <a:prstGeom prst="rect">
                <a:avLst/>
              </a:prstGeom>
              <a:blipFill>
                <a:blip r:embed="rId22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4E481D-21E5-CF4D-68C9-2565EC7D2D96}"/>
                  </a:ext>
                </a:extLst>
              </p:cNvPr>
              <p:cNvSpPr txBox="1"/>
              <p:nvPr/>
            </p:nvSpPr>
            <p:spPr>
              <a:xfrm>
                <a:off x="4171397" y="2632918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4E481D-21E5-CF4D-68C9-2565EC7D2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97" y="2632918"/>
                <a:ext cx="477174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5EAD82-A72D-FE6D-4A24-00A848E2C59B}"/>
                  </a:ext>
                </a:extLst>
              </p:cNvPr>
              <p:cNvSpPr txBox="1"/>
              <p:nvPr/>
            </p:nvSpPr>
            <p:spPr>
              <a:xfrm>
                <a:off x="5681709" y="2688006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5EAD82-A72D-FE6D-4A24-00A848E2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709" y="2688006"/>
                <a:ext cx="477174" cy="400110"/>
              </a:xfrm>
              <a:prstGeom prst="rect">
                <a:avLst/>
              </a:prstGeom>
              <a:blipFill>
                <a:blip r:embed="rId2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20B784-94FD-AF3C-A8CE-CF95AF62BD2F}"/>
                  </a:ext>
                </a:extLst>
              </p:cNvPr>
              <p:cNvSpPr txBox="1"/>
              <p:nvPr/>
            </p:nvSpPr>
            <p:spPr>
              <a:xfrm>
                <a:off x="7344793" y="2703425"/>
                <a:ext cx="3972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20B784-94FD-AF3C-A8CE-CF95AF62B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793" y="2703425"/>
                <a:ext cx="397275" cy="400110"/>
              </a:xfrm>
              <a:prstGeom prst="rect">
                <a:avLst/>
              </a:prstGeom>
              <a:blipFill>
                <a:blip r:embed="rId25"/>
                <a:stretch>
                  <a:fillRect r="-3077"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5105A8-E546-CF9A-73E6-74FEBCB20459}"/>
                  </a:ext>
                </a:extLst>
              </p:cNvPr>
              <p:cNvSpPr txBox="1"/>
              <p:nvPr/>
            </p:nvSpPr>
            <p:spPr>
              <a:xfrm>
                <a:off x="8927978" y="2688006"/>
                <a:ext cx="3972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5105A8-E546-CF9A-73E6-74FEBCB20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978" y="2688006"/>
                <a:ext cx="397275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0D35326-0DB6-5252-E78C-60FD1BDA701D}"/>
                  </a:ext>
                </a:extLst>
              </p:cNvPr>
              <p:cNvSpPr txBox="1"/>
              <p:nvPr/>
            </p:nvSpPr>
            <p:spPr>
              <a:xfrm>
                <a:off x="5361599" y="3518703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0D35326-0DB6-5252-E78C-60FD1BDA7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99" y="3518703"/>
                <a:ext cx="477174" cy="400110"/>
              </a:xfrm>
              <a:prstGeom prst="rect">
                <a:avLst/>
              </a:prstGeom>
              <a:blipFill>
                <a:blip r:embed="rId2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ADA1C5B-7958-7FB9-5D03-EE83E8DA0E28}"/>
                  </a:ext>
                </a:extLst>
              </p:cNvPr>
              <p:cNvSpPr txBox="1"/>
              <p:nvPr/>
            </p:nvSpPr>
            <p:spPr>
              <a:xfrm>
                <a:off x="7742068" y="3505892"/>
                <a:ext cx="477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ADA1C5B-7958-7FB9-5D03-EE83E8DA0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068" y="3505892"/>
                <a:ext cx="477174" cy="400110"/>
              </a:xfrm>
              <a:prstGeom prst="rect">
                <a:avLst/>
              </a:prstGeom>
              <a:blipFill>
                <a:blip r:embed="rId2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C3E515-14F3-1DBE-8CAE-45004B6CAADA}"/>
                  </a:ext>
                </a:extLst>
              </p:cNvPr>
              <p:cNvSpPr txBox="1"/>
              <p:nvPr/>
            </p:nvSpPr>
            <p:spPr>
              <a:xfrm>
                <a:off x="5395132" y="4541387"/>
                <a:ext cx="4436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C3E515-14F3-1DBE-8CAE-45004B6CA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132" y="4541387"/>
                <a:ext cx="443641" cy="400110"/>
              </a:xfrm>
              <a:prstGeom prst="rect">
                <a:avLst/>
              </a:prstGeom>
              <a:blipFill>
                <a:blip r:embed="rId2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B953F2D-CB25-3A4A-3F36-7D630F2FB01A}"/>
                  </a:ext>
                </a:extLst>
              </p:cNvPr>
              <p:cNvSpPr txBox="1"/>
              <p:nvPr/>
            </p:nvSpPr>
            <p:spPr>
              <a:xfrm>
                <a:off x="7775601" y="4559463"/>
                <a:ext cx="4436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B953F2D-CB25-3A4A-3F36-7D630F2FB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601" y="4559463"/>
                <a:ext cx="443641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19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B1E9BF6-CA06-4124-5D42-864FCE4EE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546124"/>
              </p:ext>
            </p:extLst>
          </p:nvPr>
        </p:nvGraphicFramePr>
        <p:xfrm>
          <a:off x="2144144" y="1435658"/>
          <a:ext cx="6965350" cy="2256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070">
                  <a:extLst>
                    <a:ext uri="{9D8B030D-6E8A-4147-A177-3AD203B41FA5}">
                      <a16:colId xmlns:a16="http://schemas.microsoft.com/office/drawing/2014/main" val="2246876322"/>
                    </a:ext>
                  </a:extLst>
                </a:gridCol>
                <a:gridCol w="1393070">
                  <a:extLst>
                    <a:ext uri="{9D8B030D-6E8A-4147-A177-3AD203B41FA5}">
                      <a16:colId xmlns:a16="http://schemas.microsoft.com/office/drawing/2014/main" val="1379307108"/>
                    </a:ext>
                  </a:extLst>
                </a:gridCol>
                <a:gridCol w="1393070">
                  <a:extLst>
                    <a:ext uri="{9D8B030D-6E8A-4147-A177-3AD203B41FA5}">
                      <a16:colId xmlns:a16="http://schemas.microsoft.com/office/drawing/2014/main" val="4077750468"/>
                    </a:ext>
                  </a:extLst>
                </a:gridCol>
                <a:gridCol w="1393070">
                  <a:extLst>
                    <a:ext uri="{9D8B030D-6E8A-4147-A177-3AD203B41FA5}">
                      <a16:colId xmlns:a16="http://schemas.microsoft.com/office/drawing/2014/main" val="1203496635"/>
                    </a:ext>
                  </a:extLst>
                </a:gridCol>
                <a:gridCol w="1393070">
                  <a:extLst>
                    <a:ext uri="{9D8B030D-6E8A-4147-A177-3AD203B41FA5}">
                      <a16:colId xmlns:a16="http://schemas.microsoft.com/office/drawing/2014/main" val="314762183"/>
                    </a:ext>
                  </a:extLst>
                </a:gridCol>
              </a:tblGrid>
              <a:tr h="45129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162677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613314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4283501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918116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160753"/>
                  </a:ext>
                </a:extLst>
              </a:tr>
            </a:tbl>
          </a:graphicData>
        </a:graphic>
      </p:graphicFrame>
      <p:sp>
        <p:nvSpPr>
          <p:cNvPr id="5" name="Левая фигурная скобка 4">
            <a:extLst>
              <a:ext uri="{FF2B5EF4-FFF2-40B4-BE49-F238E27FC236}">
                <a16:creationId xmlns:a16="http://schemas.microsoft.com/office/drawing/2014/main" id="{8EE1FEF7-0D7C-75C6-0C73-00FD6DC65D4C}"/>
              </a:ext>
            </a:extLst>
          </p:cNvPr>
          <p:cNvSpPr/>
          <p:nvPr/>
        </p:nvSpPr>
        <p:spPr>
          <a:xfrm rot="5400000">
            <a:off x="7597714" y="-209189"/>
            <a:ext cx="237229" cy="2786334"/>
          </a:xfrm>
          <a:prstGeom prst="leftBrace">
            <a:avLst>
              <a:gd name="adj1" fmla="val 8469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092015BD-A0AA-3724-BD15-4F0D36AF95F3}"/>
              </a:ext>
            </a:extLst>
          </p:cNvPr>
          <p:cNvSpPr/>
          <p:nvPr/>
        </p:nvSpPr>
        <p:spPr>
          <a:xfrm rot="10800000">
            <a:off x="9207976" y="2341354"/>
            <a:ext cx="237229" cy="893552"/>
          </a:xfrm>
          <a:prstGeom prst="leftBrace">
            <a:avLst>
              <a:gd name="adj1" fmla="val 68712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087AA178-5C8F-043D-43A4-34D9DA97C289}"/>
              </a:ext>
            </a:extLst>
          </p:cNvPr>
          <p:cNvSpPr/>
          <p:nvPr/>
        </p:nvSpPr>
        <p:spPr>
          <a:xfrm rot="16200000">
            <a:off x="6208863" y="2754342"/>
            <a:ext cx="237229" cy="2769079"/>
          </a:xfrm>
          <a:prstGeom prst="leftBrace">
            <a:avLst>
              <a:gd name="adj1" fmla="val 68712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>
            <a:extLst>
              <a:ext uri="{FF2B5EF4-FFF2-40B4-BE49-F238E27FC236}">
                <a16:creationId xmlns:a16="http://schemas.microsoft.com/office/drawing/2014/main" id="{0C0452EE-9598-E8D8-8472-11DB5D1EE4F2}"/>
              </a:ext>
            </a:extLst>
          </p:cNvPr>
          <p:cNvSpPr/>
          <p:nvPr/>
        </p:nvSpPr>
        <p:spPr>
          <a:xfrm>
            <a:off x="1663218" y="2788130"/>
            <a:ext cx="237229" cy="903978"/>
          </a:xfrm>
          <a:prstGeom prst="leftBrace">
            <a:avLst>
              <a:gd name="adj1" fmla="val 68712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8BB44-C08F-38AB-41A7-014646BD3E1F}"/>
              </a:ext>
            </a:extLst>
          </p:cNvPr>
          <p:cNvSpPr txBox="1"/>
          <p:nvPr/>
        </p:nvSpPr>
        <p:spPr>
          <a:xfrm>
            <a:off x="7492042" y="552539"/>
            <a:ext cx="43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X3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EA4EFC-2AE8-571F-BE67-33FB34465682}"/>
              </a:ext>
            </a:extLst>
          </p:cNvPr>
          <p:cNvSpPr txBox="1"/>
          <p:nvPr/>
        </p:nvSpPr>
        <p:spPr>
          <a:xfrm>
            <a:off x="9513497" y="2603464"/>
            <a:ext cx="43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E37C7-7967-0BAB-5102-25D75650FA19}"/>
              </a:ext>
            </a:extLst>
          </p:cNvPr>
          <p:cNvSpPr txBox="1"/>
          <p:nvPr/>
        </p:nvSpPr>
        <p:spPr>
          <a:xfrm>
            <a:off x="6103186" y="4257496"/>
            <a:ext cx="43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X4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C7FF70-E34C-C646-8418-D8EB6C213DF5}"/>
              </a:ext>
            </a:extLst>
          </p:cNvPr>
          <p:cNvSpPr txBox="1"/>
          <p:nvPr/>
        </p:nvSpPr>
        <p:spPr>
          <a:xfrm>
            <a:off x="1094594" y="3050240"/>
            <a:ext cx="43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918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65ECFF-6BC2-C711-38D8-089167CBB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10" y="1871345"/>
            <a:ext cx="6570980" cy="311531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F08A94E-929A-CD2F-50FB-C3A2E62CF2CA}"/>
              </a:ext>
            </a:extLst>
          </p:cNvPr>
          <p:cNvCxnSpPr/>
          <p:nvPr/>
        </p:nvCxnSpPr>
        <p:spPr>
          <a:xfrm flipH="1" flipV="1">
            <a:off x="2924355" y="2096219"/>
            <a:ext cx="690113" cy="552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7EABB6-CC20-0535-CC3B-50726D866A5E}"/>
              </a:ext>
            </a:extLst>
          </p:cNvPr>
          <p:cNvSpPr txBox="1"/>
          <p:nvPr/>
        </p:nvSpPr>
        <p:spPr>
          <a:xfrm>
            <a:off x="2665562" y="2372264"/>
            <a:ext cx="715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X1X2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00419-1822-38A4-D7AA-74F3C0E5ECC8}"/>
              </a:ext>
            </a:extLst>
          </p:cNvPr>
          <p:cNvSpPr txBox="1"/>
          <p:nvPr/>
        </p:nvSpPr>
        <p:spPr>
          <a:xfrm>
            <a:off x="3269411" y="2064965"/>
            <a:ext cx="715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X3X4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1060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173</Words>
  <Application>Microsoft Office PowerPoint</Application>
  <PresentationFormat>Широкоэкранный</PresentationFormat>
  <Paragraphs>70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Tigranyan</dc:creator>
  <cp:lastModifiedBy>Eduard Tigranyan</cp:lastModifiedBy>
  <cp:revision>17</cp:revision>
  <dcterms:created xsi:type="dcterms:W3CDTF">2024-11-05T08:01:27Z</dcterms:created>
  <dcterms:modified xsi:type="dcterms:W3CDTF">2024-11-11T17:13:53Z</dcterms:modified>
</cp:coreProperties>
</file>